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智能知识库平台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产品介绍</a:t>
            </a:r>
          </a:p>
          <a:p>
            <a:r>
              <a:t>2026年7月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多格式文档上传与转换</a:t>
            </a:r>
          </a:p>
          <a:p>
            <a:r>
              <a:t>2. OCR文字识别</a:t>
            </a:r>
          </a:p>
          <a:p>
            <a:r>
              <a:t>3. 智能检索</a:t>
            </a:r>
          </a:p>
          <a:p>
            <a:r>
              <a:t>4. 流式问答</a:t>
            </a:r>
          </a:p>
          <a:p>
            <a:r>
              <a:t>5. 文档导出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