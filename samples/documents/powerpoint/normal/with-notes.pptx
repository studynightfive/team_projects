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这是演讲者备注内容，用于测试备注提取功能。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含备注的演示文稿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